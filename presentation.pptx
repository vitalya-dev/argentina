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СПЕЦИАЛИЗАЦИЯ АПК АРГЕНТИНЫ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КУБАНСКИЙ ГОСУДАРСТВЕННЫЙ УНИВЕРСИТЕТ</a:t>
            </a:r>
            <a:br/>
            <a:r>
              <a:rPr/>
              <a:t>ИНСТИТУТ СРЕДНЕГО ПРОФЕССИОНАЛЬНОГО ОБРАЗОВАНИЯ</a:t>
            </a:r>
          </a:p>
          <a:p>
            <a:pPr lvl="0" indent="0" marL="0">
              <a:buNone/>
            </a:pPr>
            <a:r>
              <a:rPr/>
              <a:t>38.02.01 Экономика и бухгалтерский учет (по отраслям)</a:t>
            </a:r>
            <a:br/>
            <a:r>
              <a:rPr/>
              <a:t>1 курс, 3 группа</a:t>
            </a:r>
          </a:p>
          <a:p>
            <a:pPr lvl="0" indent="0" marL="0">
              <a:buNone/>
            </a:pPr>
            <a:r>
              <a:rPr i="1"/>
              <a:t>Индивидуальный проект по географии</a:t>
            </a:r>
          </a:p>
          <a:p>
            <a:pPr lvl="0" indent="0" marL="0">
              <a:buNone/>
            </a:pPr>
            <a:r>
              <a:rPr/>
              <a:t>Выполнила: Д.М. Петрова</a:t>
            </a:r>
            <a:br/>
            <a:r>
              <a:rPr/>
              <a:t>Руководитель: А.В. Комарова 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Аргентина — одна из ведущих аграрных стран мира</a:t>
            </a:r>
          </a:p>
          <a:p>
            <a:pPr lvl="0"/>
            <a:r>
              <a:rPr/>
              <a:t>Более 60% экспорта формируется АПК</a:t>
            </a:r>
          </a:p>
          <a:p>
            <a:pPr lvl="0"/>
            <a:r>
              <a:rPr/>
              <a:t>Важна для глобальной продовольственной безопасности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Цель:</a:t>
            </a:r>
          </a:p>
          <a:p>
            <a:pPr lvl="0"/>
            <a:r>
              <a:rPr/>
              <a:t>анализ специализации АПК Аргентины</a:t>
            </a:r>
          </a:p>
          <a:p>
            <a:pPr lvl="0" indent="0" marL="0">
              <a:buNone/>
            </a:pPr>
            <a:r>
              <a:rPr b="1"/>
              <a:t>Задачи:</a:t>
            </a:r>
          </a:p>
          <a:p>
            <a:pPr lvl="0"/>
            <a:r>
              <a:rPr/>
              <a:t>изучить географию страны</a:t>
            </a:r>
          </a:p>
          <a:p>
            <a:pPr lvl="0"/>
            <a:r>
              <a:rPr/>
              <a:t>проанализировать отрасли АПК</a:t>
            </a:r>
          </a:p>
          <a:p>
            <a:pPr lvl="0"/>
            <a:r>
              <a:rPr/>
              <a:t>рассмотреть экспорт</a:t>
            </a:r>
          </a:p>
          <a:p>
            <a:pPr lvl="0"/>
            <a:r>
              <a:rPr/>
              <a:t>выявить проблемы и перспективы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Общая характеристика страны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Расположена в Южной Америке</a:t>
            </a:r>
          </a:p>
          <a:p>
            <a:pPr lvl="0"/>
            <a:r>
              <a:rPr/>
              <a:t>Площадь: ~2,7 млн км²</a:t>
            </a:r>
          </a:p>
          <a:p>
            <a:pPr lvl="0"/>
            <a:r>
              <a:rPr/>
              <a:t>Население: ~46 млн человек</a:t>
            </a:r>
          </a:p>
          <a:p>
            <a:pPr lvl="0"/>
            <a:r>
              <a:rPr/>
              <a:t>Высокий уровень урбанизации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Природные ресурсы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47% территории — сельхозугодья</a:t>
            </a:r>
          </a:p>
          <a:p>
            <a:pPr lvl="0"/>
            <a:r>
              <a:rPr/>
              <a:t>Главный регион — Пампа</a:t>
            </a:r>
          </a:p>
          <a:p>
            <a:pPr lvl="0"/>
            <a:r>
              <a:rPr/>
              <a:t>Благоприятный климат для сельского хозяйства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Роль АПК в экономике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6–7% ВВП</a:t>
            </a:r>
          </a:p>
          <a:p>
            <a:pPr lvl="0"/>
            <a:r>
              <a:rPr/>
              <a:t>Более 50–60% экспорта</a:t>
            </a:r>
          </a:p>
          <a:p>
            <a:pPr lvl="0"/>
            <a:r>
              <a:rPr/>
              <a:t>Основной источник валютных поступлений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Растениеводство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Соя — ключевая культура</a:t>
            </a:r>
          </a:p>
          <a:p>
            <a:pPr lvl="0"/>
            <a:r>
              <a:rPr/>
              <a:t>Кукуруза</a:t>
            </a:r>
          </a:p>
          <a:p>
            <a:pPr lvl="0"/>
            <a:r>
              <a:rPr/>
              <a:t>Пшеница</a:t>
            </a:r>
          </a:p>
          <a:p>
            <a:pPr lvl="0"/>
            <a:r>
              <a:rPr/>
              <a:t>Подсолнечник, ячмень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Животноводство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Около 53 млн голов КРС</a:t>
            </a:r>
          </a:p>
          <a:p>
            <a:pPr lvl="0"/>
            <a:r>
              <a:rPr/>
              <a:t>Развитое мясное производство</a:t>
            </a:r>
          </a:p>
          <a:p>
            <a:pPr lvl="0"/>
            <a:r>
              <a:rPr/>
              <a:t>Экспорт говядины — один из крупнейших в мире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Перерабатывающая промышленность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Лидер по экспорту соевого масла и шрота</a:t>
            </a:r>
          </a:p>
          <a:p>
            <a:pPr lvl="0"/>
            <a:r>
              <a:rPr/>
              <a:t>Развитая мясная промышленность</a:t>
            </a:r>
          </a:p>
          <a:p>
            <a:pPr lvl="0"/>
            <a:r>
              <a:rPr/>
              <a:t>Производство биотоплива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Экспорт АПК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Соя и продукты переработки</a:t>
            </a:r>
          </a:p>
          <a:p>
            <a:pPr lvl="0"/>
            <a:r>
              <a:rPr/>
              <a:t>Зерновые культуры</a:t>
            </a:r>
          </a:p>
          <a:p>
            <a:pPr lvl="0"/>
            <a:r>
              <a:rPr/>
              <a:t>Говядина</a:t>
            </a:r>
          </a:p>
          <a:p>
            <a:pPr lvl="0" indent="0" marL="0">
              <a:buNone/>
            </a:pPr>
            <a:r>
              <a:rPr b="1"/>
              <a:t>Основные рынки:</a:t>
            </a:r>
          </a:p>
          <a:p>
            <a:pPr lvl="0"/>
            <a:r>
              <a:rPr/>
              <a:t>Китай</a:t>
            </a:r>
          </a:p>
          <a:p>
            <a:pPr lvl="0"/>
            <a:r>
              <a:rPr/>
              <a:t>Бразилия</a:t>
            </a:r>
          </a:p>
          <a:p>
            <a:pPr lvl="0"/>
            <a:r>
              <a:rPr/>
              <a:t>ЕС</a:t>
            </a:r>
          </a:p>
          <a:p>
            <a:pPr lvl="0"/>
            <a:r>
              <a:rPr/>
              <a:t>США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Высокая инфляция</a:t>
            </a:r>
          </a:p>
          <a:p>
            <a:pPr lvl="0"/>
            <a:r>
              <a:rPr/>
              <a:t>Климатические риски (засухи, наводнения)</a:t>
            </a:r>
          </a:p>
          <a:p>
            <a:pPr lvl="0"/>
            <a:r>
              <a:rPr/>
              <a:t>Экспортные пошлины</a:t>
            </a:r>
          </a:p>
          <a:p>
            <a:pPr lvl="0"/>
            <a:r>
              <a:rPr/>
              <a:t>Зависимость от внешних рынков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Внедрение AgTech</a:t>
            </a:r>
          </a:p>
          <a:p>
            <a:pPr lvl="0"/>
            <a:r>
              <a:rPr/>
              <a:t>Использование ИИ в сельском хозяйстве</a:t>
            </a:r>
          </a:p>
          <a:p>
            <a:pPr lvl="0"/>
            <a:r>
              <a:rPr/>
              <a:t>Рост экспорта</a:t>
            </a:r>
          </a:p>
          <a:p>
            <a:pPr lvl="0"/>
            <a:r>
              <a:rPr/>
              <a:t>Снижение регулирования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АПК — основа экономики Аргентины</a:t>
            </a:r>
          </a:p>
          <a:p>
            <a:pPr lvl="0"/>
            <a:r>
              <a:rPr/>
              <a:t>Высокая роль в мировой торговле</a:t>
            </a:r>
          </a:p>
          <a:p>
            <a:pPr lvl="0"/>
            <a:r>
              <a:rPr/>
              <a:t>Будущее связано с технологиями и инновациями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2026-03-30T14:52:36Z</dcterms:created>
  <dcterms:modified xsi:type="dcterms:W3CDTF">2026-03-30T14:52:36Z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